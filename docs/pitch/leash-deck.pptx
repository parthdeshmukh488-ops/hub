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Text 5"/>
          <p:cNvSpPr txBox="1"/>
          <p:nvPr/>
        </p:nvSpPr>
        <p:spPr>
          <a:xfrm>
            <a:off x="548640" y="4160520"/>
            <a:ext cx="4114800" cy="274320"/>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Parth Deshmukh · solo builder</a:t>
            </a:r>
            <a:endParaRPr lang="en-US" sz="1100" dirty="0"/>
          </a:p>
        </p:txBody>
      </p:sp>
      <p:pic>
        <p:nvPicPr>
          <p:cNvPr id="8"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9" name="Shape 6"/>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0" name="Text 7"/>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devnet, in CI, and in one command</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6"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7" name="Text 14"/>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8" name="Shape 15"/>
          <p:cNvSpPr/>
          <p:nvPr/>
        </p:nvSpPr>
        <p:spPr>
          <a:xfrm>
            <a:off x="5669280" y="1051560"/>
            <a:ext cx="1325880" cy="292608"/>
          </a:xfrm>
          <a:prstGeom prst="roundRect">
            <a:avLst>
              <a:gd name="adj" fmla="val 312500"/>
            </a:avLst>
          </a:prstGeom>
          <a:solidFill>
            <a:srgbClr val="F8EEE6"/>
          </a:solidFill>
          <a:ln/>
        </p:spPr>
      </p:sp>
      <p:pic>
        <p:nvPicPr>
          <p:cNvPr id="29"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0" name="Text 16"/>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1"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2" name="Text 17"/>
          <p:cNvSpPr txBox="1"/>
          <p:nvPr/>
        </p:nvSpPr>
        <p:spPr>
          <a:xfrm>
            <a:off x="5961888" y="1481328"/>
            <a:ext cx="2606040" cy="20116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demo video, recorded on devnet</a:t>
            </a:r>
            <a:endParaRPr lang="en-US" sz="1150" dirty="0"/>
          </a:p>
        </p:txBody>
      </p:sp>
      <p:sp>
        <p:nvSpPr>
          <p:cNvPr id="33" name="Shape 18"/>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4" name="Text 19"/>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985</a:t>
            </a:r>
            <a:endParaRPr lang="en-US" sz="3600" dirty="0"/>
          </a:p>
        </p:txBody>
      </p:sp>
      <p:sp>
        <p:nvSpPr>
          <p:cNvPr id="35" name="Text 20"/>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6" name="Text 21"/>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857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demo video, recorded on devnet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Text 4"/>
          <p:cNvSpPr txBox="1"/>
          <p:nvPr/>
        </p:nvSpPr>
        <p:spPr>
          <a:xfrm>
            <a:off x="2514600" y="3017520"/>
            <a:ext cx="4114800" cy="274320"/>
          </a:xfrm>
          <a:prstGeom prst="rect">
            <a:avLst/>
          </a:prstGeom>
          <a:noFill/>
          <a:ln/>
        </p:spPr>
        <p:txBody>
          <a:bodyPr wrap="square" lIns="0" tIns="0" rIns="0" bIns="0" rtlCol="0" anchor="t"/>
          <a:lstStyle/>
          <a:p>
            <a:pPr algn="ctr" indent="0" marL="0">
              <a:buNone/>
            </a:pPr>
            <a:r>
              <a:rPr lang="en-US" sz="1200" b="1" dirty="0">
                <a:solidFill>
                  <a:srgbClr val="0F1419"/>
                </a:solidFill>
                <a:latin typeface="Arial" pitchFamily="34" charset="0"/>
                <a:ea typeface="Arial" pitchFamily="34" charset="-122"/>
                <a:cs typeface="Arial" pitchFamily="34" charset="-120"/>
              </a:rPr>
              <a:t>Parth Deshmukh · solo builder</a:t>
            </a:r>
            <a:endParaRPr lang="en-US" sz="1200" dirty="0"/>
          </a:p>
        </p:txBody>
      </p:sp>
      <p:pic>
        <p:nvPicPr>
          <p:cNvPr id="7"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8" name="Text 5"/>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9"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0" name="Text 6"/>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1"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2" name="Text 7"/>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dirty="0">
                <a:solidFill>
                  <a:srgbClr val="0F1419"/>
                </a:solidFill>
                <a:latin typeface="Arial" pitchFamily="34" charset="0"/>
                <a:ea typeface="Arial" pitchFamily="34" charset="-122"/>
                <a:cs typeface="Arial" pitchFamily="34" charset="-120"/>
              </a:rPr>
              <a:t>Demo video: in progress</a:t>
            </a:r>
            <a:endParaRPr lang="en-US" sz="950" dirty="0"/>
          </a:p>
        </p:txBody>
      </p:sp>
      <p:sp>
        <p:nvSpPr>
          <p:cNvPr id="13" name="Text 8"/>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2026-10-03T11:17:49Z</dcterms:created>
  <dcterms:modified xsi:type="dcterms:W3CDTF">2026-10-03T11:17:49Z</dcterms:modified>
</cp:coreProperties>
</file>