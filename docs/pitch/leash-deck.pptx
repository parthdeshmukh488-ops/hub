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approve from the Blink in the owner's wallet, the web app or pnpm owner:approve; unfreeze with the web app or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finish the owner's side in the web app,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slideLayout" Target="../slideLayouts/slideLayou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Shape 5"/>
          <p:cNvSpPr/>
          <p:nvPr/>
        </p:nvSpPr>
        <p:spPr>
          <a:xfrm>
            <a:off x="548640" y="4160520"/>
            <a:ext cx="3931920" cy="329184"/>
          </a:xfrm>
          <a:prstGeom prst="roundRect">
            <a:avLst>
              <a:gd name="adj" fmla="val 277778"/>
            </a:avLst>
          </a:prstGeom>
          <a:solidFill>
            <a:srgbClr val="F8EEE6"/>
          </a:solidFill>
          <a:ln/>
        </p:spPr>
      </p:sp>
      <p:sp>
        <p:nvSpPr>
          <p:cNvPr id="8" name="Text 6"/>
          <p:cNvSpPr txBox="1"/>
          <p:nvPr/>
        </p:nvSpPr>
        <p:spPr>
          <a:xfrm>
            <a:off x="548640" y="4160520"/>
            <a:ext cx="393192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9"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10" name="Shape 7"/>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a local validator, and in one test on every commit</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and the guardian's autofreeze</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6" name="Shape 14"/>
          <p:cNvSpPr/>
          <p:nvPr/>
        </p:nvSpPr>
        <p:spPr>
          <a:xfrm>
            <a:off x="5669280" y="1051560"/>
            <a:ext cx="1325880" cy="292608"/>
          </a:xfrm>
          <a:prstGeom prst="roundRect">
            <a:avLst>
              <a:gd name="adj" fmla="val 312500"/>
            </a:avLst>
          </a:prstGeom>
          <a:solidFill>
            <a:srgbClr val="F8EEE6"/>
          </a:solidFill>
          <a:ln/>
        </p:spPr>
      </p:sp>
      <p:pic>
        <p:nvPicPr>
          <p:cNvPr id="27" name="Image 10" descr="preencoded.png">    </p:cNvPr>
          <p:cNvPicPr>
            <a:picLocks noChangeAspect="1"/>
          </p:cNvPicPr>
          <p:nvPr/>
        </p:nvPicPr>
        <p:blipFill>
          <a:blip r:embed="rId11"/>
          <a:stretch>
            <a:fillRect/>
          </a:stretch>
        </p:blipFill>
        <p:spPr>
          <a:xfrm>
            <a:off x="5762915" y="1115934"/>
            <a:ext cx="163860" cy="163860"/>
          </a:xfrm>
          <a:prstGeom prst="rect">
            <a:avLst/>
          </a:prstGeom>
        </p:spPr>
      </p:pic>
      <p:sp>
        <p:nvSpPr>
          <p:cNvPr id="28" name="Text 15"/>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29" name="Image 11" descr="preencoded.png">    </p:cNvPr>
          <p:cNvPicPr>
            <a:picLocks noChangeAspect="1"/>
          </p:cNvPicPr>
          <p:nvPr/>
        </p:nvPicPr>
        <p:blipFill>
          <a:blip r:embed="rId12"/>
          <a:stretch>
            <a:fillRect/>
          </a:stretch>
        </p:blipFill>
        <p:spPr>
          <a:xfrm>
            <a:off x="5669280" y="1499616"/>
            <a:ext cx="182880" cy="182880"/>
          </a:xfrm>
          <a:prstGeom prst="rect">
            <a:avLst/>
          </a:prstGeom>
        </p:spPr>
      </p:pic>
      <p:sp>
        <p:nvSpPr>
          <p:cNvPr id="30" name="Text 16"/>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31" name="Image 12" descr="preencoded.png">    </p:cNvPr>
          <p:cNvPicPr>
            <a:picLocks noChangeAspect="1"/>
          </p:cNvPicPr>
          <p:nvPr/>
        </p:nvPicPr>
        <p:blipFill>
          <a:blip r:embed="rId13"/>
          <a:stretch>
            <a:fillRect/>
          </a:stretch>
        </p:blipFill>
        <p:spPr>
          <a:xfrm>
            <a:off x="5669280" y="2011680"/>
            <a:ext cx="182880" cy="182880"/>
          </a:xfrm>
          <a:prstGeom prst="rect">
            <a:avLst/>
          </a:prstGeom>
        </p:spPr>
      </p:pic>
      <p:sp>
        <p:nvSpPr>
          <p:cNvPr id="32" name="Text 17"/>
          <p:cNvSpPr txBox="1"/>
          <p:nvPr/>
        </p:nvSpPr>
        <p:spPr>
          <a:xfrm>
            <a:off x="5961888" y="1993392"/>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full demo on devnet, and its recording</a:t>
            </a:r>
            <a:endParaRPr lang="en-US" sz="1150" dirty="0"/>
          </a:p>
        </p:txBody>
      </p:sp>
      <p:pic>
        <p:nvPicPr>
          <p:cNvPr id="33" name="Image 13" descr="preencoded.png">    </p:cNvPr>
          <p:cNvPicPr>
            <a:picLocks noChangeAspect="1"/>
          </p:cNvPicPr>
          <p:nvPr/>
        </p:nvPicPr>
        <p:blipFill>
          <a:blip r:embed="rId14"/>
          <a:stretch>
            <a:fillRect/>
          </a:stretch>
        </p:blipFill>
        <p:spPr>
          <a:xfrm>
            <a:off x="5669280" y="2523744"/>
            <a:ext cx="182880" cy="182880"/>
          </a:xfrm>
          <a:prstGeom prst="rect">
            <a:avLst/>
          </a:prstGeom>
        </p:spPr>
      </p:pic>
      <p:sp>
        <p:nvSpPr>
          <p:cNvPr id="34" name="Text 18"/>
          <p:cNvSpPr txBox="1"/>
          <p:nvPr/>
        </p:nvSpPr>
        <p:spPr>
          <a:xfrm>
            <a:off x="5961888" y="2505456"/>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Telegram alerts on a real phone (being checked)</a:t>
            </a:r>
            <a:endParaRPr lang="en-US" sz="1150" dirty="0"/>
          </a:p>
        </p:txBody>
      </p:sp>
      <p:sp>
        <p:nvSpPr>
          <p:cNvPr id="35" name="Shape 19"/>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6" name="Text 20"/>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911</a:t>
            </a:r>
            <a:endParaRPr lang="en-US" sz="3600" dirty="0"/>
          </a:p>
        </p:txBody>
      </p:sp>
      <p:sp>
        <p:nvSpPr>
          <p:cNvPr id="37" name="Text 21"/>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8" name="Text 22"/>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783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demo on devnet, and its recording</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Pairing, approvals and the off switch in the web app</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alerts checked on a real phone</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Shape 4"/>
          <p:cNvSpPr/>
          <p:nvPr/>
        </p:nvSpPr>
        <p:spPr>
          <a:xfrm>
            <a:off x="2514600" y="3017520"/>
            <a:ext cx="4114800" cy="329184"/>
          </a:xfrm>
          <a:prstGeom prst="roundRect">
            <a:avLst>
              <a:gd name="adj" fmla="val 277778"/>
            </a:avLst>
          </a:prstGeom>
          <a:solidFill>
            <a:srgbClr val="F8EEE6"/>
          </a:solidFill>
          <a:ln/>
        </p:spPr>
      </p:sp>
      <p:sp>
        <p:nvSpPr>
          <p:cNvPr id="7" name="Text 5"/>
          <p:cNvSpPr txBox="1"/>
          <p:nvPr/>
        </p:nvSpPr>
        <p:spPr>
          <a:xfrm>
            <a:off x="2514600" y="3017520"/>
            <a:ext cx="411480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8"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9" name="Text 6"/>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10"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1" name="Text 7"/>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2"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3" name="Text 8"/>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dirty="0">
                <a:solidFill>
                  <a:srgbClr val="0F1419"/>
                </a:solidFill>
                <a:latin typeface="Arial" pitchFamily="34" charset="0"/>
                <a:ea typeface="Arial" pitchFamily="34" charset="-122"/>
                <a:cs typeface="Arial" pitchFamily="34" charset="-120"/>
              </a:rPr>
              <a:t>Demo video: in progress</a:t>
            </a:r>
            <a:endParaRPr lang="en-US" sz="950" dirty="0"/>
          </a:p>
        </p:txBody>
      </p:sp>
      <p:sp>
        <p:nvSpPr>
          <p:cNvPr id="14" name="Text 9"/>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2026-10-02T10:35:54Z</dcterms:created>
  <dcterms:modified xsi:type="dcterms:W3CDTF">2026-10-02T10:35:54Z</dcterms:modified>
</cp:coreProperties>
</file>